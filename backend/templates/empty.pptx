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E9EA7F-0EB1-850E-6624-B29290846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731B188-A1F2-B4CC-749D-838086DA5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6C49E6-E96C-680B-3CBB-A29D0FF5B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65213-1C3E-4228-9076-46FC926828D3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C87708-B537-D7A7-36C4-5952ECBAC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13D7B9-191B-A411-D772-BF4557AB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5A53-4E97-4A25-B4B3-448C33B689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821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441E2-BC95-6C40-7F84-6311A47B1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028898-0E65-12D9-C2FB-AFE70BFDF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7C2CCF-B3A1-13B6-E352-81A98BD9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65213-1C3E-4228-9076-46FC926828D3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56D02A-A6F7-CDFE-8700-200C12902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F5F9F0-41BD-836A-0E4D-B94117A4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5A53-4E97-4A25-B4B3-448C33B689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329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175FA-948E-A213-43BB-3ACBFAC41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48BD65-F174-F11B-DC70-C75183BB8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7745EA-3962-C9FE-4642-DAADC813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65213-1C3E-4228-9076-46FC926828D3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C4B319-DEF0-1785-C447-F73168A5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A92FD1-F227-53F5-9302-C60AC37AB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5A53-4E97-4A25-B4B3-448C33B689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605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68BB81-6F5E-6DFA-0B4C-AB1DC912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FF16CA-D01A-7E00-1F62-DED6D65B5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7A71C5F-AEE7-2B0D-1A5E-705E8F4B0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8EBB534-90C4-53B7-0A48-1671D497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65213-1C3E-4228-9076-46FC926828D3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2FBAFA-555E-AEDC-097A-C3CD541AF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386402-91FE-855D-1CBC-0C26AFEC2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5A53-4E97-4A25-B4B3-448C33B689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134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A0F10-4DBA-62D3-1327-9F04C28A4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523FCA-9E88-67E8-8A3B-C6BB57B2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654155-8FC0-C008-CE69-AF521376D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6CDC2F4-FDE7-353A-418E-F8F91285E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0B42D6B-5F78-9969-305C-21A71C9B21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8418DB4-7075-F3AE-2FFF-22BAA2249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65213-1C3E-4228-9076-46FC926828D3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472760A-D047-100F-EBE8-354A8FD33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E08C394-63A9-AA97-682C-371B74E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5A53-4E97-4A25-B4B3-448C33B689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64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BBD0A-BAF4-875E-7C2E-ED0EADD8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6B05F1-F8D9-5FFD-B1F5-5962BFA49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65213-1C3E-4228-9076-46FC926828D3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EDAF354-EAA5-638D-71E4-FF330C3A4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B8C7C5-3042-2C0D-DD7D-B7203578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5A53-4E97-4A25-B4B3-448C33B689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1868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48D64E5-E605-B554-C3D1-F658B9E6D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65213-1C3E-4228-9076-46FC926828D3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33D00FF-017B-936F-EBF4-F675B4264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4AD8E8-3313-D8A1-C838-3D7E2CFF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5A53-4E97-4A25-B4B3-448C33B689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5550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DBCB8C-10F1-9541-0120-521A8E4F8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3C296B-28EC-E4B1-E823-37932E28C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7E9658-6DCC-2F6C-2BA8-77DD691E6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A2D1C7-D530-3F29-3E7F-AA70ECF42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65213-1C3E-4228-9076-46FC926828D3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27B4F0-7447-C831-ED3A-A189D8BC2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8D919D-8CAD-1828-5694-121546DF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5A53-4E97-4A25-B4B3-448C33B689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6896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9F5F7D-4CD4-CA39-4E96-BEC020742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792A700-7147-0146-7DD0-8D4FFDAF9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56872D-03CC-8D4B-35D3-825BCDB21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898192F-0284-E0AD-7715-99C7641AE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65213-1C3E-4228-9076-46FC926828D3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7D0D54-8A90-5C52-2715-3528EDD4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67092CA-0781-F45A-30DB-2DAADA93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5A53-4E97-4A25-B4B3-448C33B689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350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11D48-90DC-FEFF-83C2-DE15B4F1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FEC9C79-6432-DE28-D58A-927B624AF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E9AD62-58C8-368E-DBD4-0B2C658B9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65213-1C3E-4228-9076-46FC926828D3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F94902-10AC-FCCC-C49F-5D30F1F25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1AD903-9FA5-1EDD-6384-CF121F99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5A53-4E97-4A25-B4B3-448C33B689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1784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C388029-5ADA-D8B0-3257-02DC506BAA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967258D-CA04-D550-0F90-E5329B5F2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E40A22-6C8D-A5A2-E8B7-F35572EB0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65213-1C3E-4228-9076-46FC926828D3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0D1C4E-D680-B9F8-C696-5F518B3DE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2DA88B-6555-7236-12E9-E55FC9C4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5A53-4E97-4A25-B4B3-448C33B689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619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CB1B3DA-ADED-9677-85B0-B334B87B3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0D0AB8-142F-23C8-A967-F2ABDD745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94B52-2BD0-9D44-EBDD-DA61B90AE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65213-1C3E-4228-9076-46FC926828D3}" type="datetimeFigureOut">
              <a:rPr lang="fr-FR" smtClean="0"/>
              <a:t>06/11/2025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74DC70-0E19-FA76-0DF0-02A5EC111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284EAD-DA23-EDE3-A088-E3D11F6EA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25A53-4E97-4A25-B4B3-448C33B689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298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Thème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AUVINET Matthis</dc:creator>
  <cp:lastModifiedBy>AUVINET Matthis</cp:lastModifiedBy>
  <cp:revision>1</cp:revision>
  <dcterms:created xsi:type="dcterms:W3CDTF">2025-11-06T12:19:16Z</dcterms:created>
  <dcterms:modified xsi:type="dcterms:W3CDTF">2025-11-06T12:19:16Z</dcterms:modified>
</cp:coreProperties>
</file>